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0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DBB9EA-DA5A-AA85-F3FC-CF76C9E9A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031517B-C864-8BE7-D3AF-5D0643336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CA4A10-91DF-CC97-8FEB-7F48D1507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6762A1-92CB-650C-5B9C-874E3FF4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3B3B22-721B-A547-9AE6-E8DDBE68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25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64CA-7B96-ED4A-1E94-4B6E4589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41BFB5-2BAA-7A79-FD62-FE62696E0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1452E8-AD19-D673-1672-037D931D2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11615E-5795-0EB8-1F17-7B025781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1AACBE-33F0-F6C1-D646-EE322006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7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E122B8-DD26-3B19-C03E-58D8CE04F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AE0C82-70D9-933E-060D-368803018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84A2CB-3D9F-9262-DC8C-D398488B9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DC3DD9-72C5-989C-3F40-CBFD848B7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AD0F8F-DF4C-BED5-5F29-C48291D6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40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4F572-5333-38C5-A0DA-6610210E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17D1C6-B3E6-5FC6-935C-D739B80F3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3513009-4D8F-DD8D-DF85-F3F974441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9159DC-D994-2A2E-2E6C-679C178F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E6F494-BF6E-1340-EF18-7C2A4978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893BC2-A9CC-E1D8-841D-9A378379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0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E3D1C8-9D42-0133-A092-442C426F2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7BD78D7-4853-5AB8-4CB0-ADF928254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C380496-DC13-0926-0359-7C38A66CD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9B0CC67-379E-804D-AEDB-B1AEF7F19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189DBA1-DCE0-4D53-74F2-776D146F0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F791D66-83D9-05BD-3A6C-BD333F93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F1EDF93-8376-98B2-4E7D-BD198BF0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F0DFC42-62E1-D3CF-06BE-3A79C331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4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046582-028B-E805-A8C1-B6D774F4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C3325FD-473C-5A74-459F-515FA02FE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40F059-DE66-93AF-9AAD-C820A5B1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8CE2F2C-8100-14F5-2539-F02A068F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5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F9C5126-BBB1-7346-5C01-BB44551A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1D17BFC-B443-3C0E-AE31-9D912B526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45B0EA-78BE-2B71-EC80-90BE3DB6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6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662ECD-CE21-4A09-A47A-CC1A61A3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343CC2-7C32-C9B7-E089-870795A28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339089-EBD6-1A02-3DCF-5543CCF0D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8BA3C4-C202-2572-A6F6-B267E671E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8F90DE-288B-F73D-1C2E-BD637A41E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8C066A-4BF1-79E7-BC1A-935E29D9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21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632BB1-6B11-352C-51DF-9F89001AE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040D8A-E492-3C01-A87B-66723E5CB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2907D1-B1F8-D2A1-05C7-98A0E11D4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8853E8-2503-BBF2-137E-D3468AC8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F2CB58-B5E8-B101-6EA6-AD947854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1FB2C3-FFE3-39C6-DA4B-FF3B4151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36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457926-2B17-A9BD-A60C-7CF592AB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128BEDA-31F3-3CA3-A59A-2C654C282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2461A1-CCE3-C714-6999-1EDF96EB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36D239-A8FD-D1B0-4C3E-76AB1F3C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694CAE-9894-8744-2CE2-6A18BCA7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17AA8B9-3704-DB4E-0539-42AAD60C5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AC34E8-50A4-6CBC-C2F4-5400A2E14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41100C-C94B-7DA9-DF38-BC41D702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48D870-4993-F993-41A0-A07C8284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CD6118-2429-9ADD-D5A6-1E642082E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59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1C0B22E-E006-A580-BF96-20BDC3F7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E7EC4A-5EDE-0E4C-2AE3-DE4C1445E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22C1E8-DCB6-F82B-16A0-6953A96FB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155FF-7781-41F7-B6FB-481324EBDEB8}" type="datetimeFigureOut">
              <a:rPr lang="en-US" smtClean="0"/>
              <a:t>12/3/2022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B46077-3BB6-3126-CBC5-4EB378383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DAC29C-70F1-49DA-95E3-D16B4A419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89082-8434-45E6-A1FB-53B2A83F1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3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63324-A33C-9B95-D064-5B0649878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Test1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04B9DC-D5CD-E361-D3E2-BD6C9B1D62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833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Test1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Test1</dc:title>
  <dc:creator>貞毓</dc:creator>
  <cp:lastModifiedBy>貞毓</cp:lastModifiedBy>
  <cp:revision>1</cp:revision>
  <dcterms:created xsi:type="dcterms:W3CDTF">2022-12-03T03:12:29Z</dcterms:created>
  <dcterms:modified xsi:type="dcterms:W3CDTF">2022-12-03T03:12:40Z</dcterms:modified>
</cp:coreProperties>
</file>